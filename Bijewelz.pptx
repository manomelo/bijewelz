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85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188720"/>
            <a:ext cx="1645920" cy="1645920"/>
          </a:xfrm>
          <a:prstGeom prst="ellipse">
            <a:avLst/>
          </a:prstGeom>
          <a:solidFill>
            <a:srgbClr val="C9A96E">
              <a:alpha val="15000"/>
            </a:srgbClr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C9A96E"/>
                </a:solidFill>
              </a:rPr>
              <a:t>✦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Bijewelz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&amp; Loja Online de Bijuterias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2286000" cy="2286000"/>
          </a:xfrm>
          <a:prstGeom prst="ellipse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737360"/>
            <a:ext cx="2011680" cy="2011680"/>
          </a:xfrm>
          <a:prstGeom prst="ellipse">
            <a:avLst/>
          </a:prstGeom>
          <a:solidFill>
            <a:srgbClr val="C9A96E">
              <a:alpha val="7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560320"/>
            <a:ext cx="1737360" cy="1737360"/>
          </a:xfrm>
          <a:prstGeom prst="ellipse">
            <a:avLst/>
          </a:prstGeom>
          <a:solidFill>
            <a:srgbClr val="C9A96E">
              <a:alpha val="4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Melo Borges  •   22551373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D5C5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389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 Online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pública com categorias, filtros, carrinho e checkout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11887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D5C5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56632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0" y="1389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Admin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60720" y="1783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clientes, produtos, categorias e controle de estoque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D5C5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protegidos por JWT para integração externa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301752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D5C5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56632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3218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por período, produto, categoria e cliente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de Tecnologias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871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455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JWT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03904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0390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114300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182880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8288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48716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4871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449427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3142683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" name="Text 20"/>
          <p:cNvSpPr/>
          <p:nvPr/>
        </p:nvSpPr>
        <p:spPr>
          <a:xfrm>
            <a:off x="2651760" y="313983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14300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8288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Django (loja)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4871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(API)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145536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455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django.contrib.auth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03904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80390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IsAdminUser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114300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12801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18288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(imagens)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1828800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8" name="Text 36"/>
          <p:cNvSpPr/>
          <p:nvPr/>
        </p:nvSpPr>
        <p:spPr>
          <a:xfrm>
            <a:off x="6858000" y="18288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58000" y="1831653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2487168"/>
            <a:ext cx="1691640" cy="530352"/>
          </a:xfrm>
          <a:prstGeom prst="roundRect">
            <a:avLst>
              <a:gd name="adj" fmla="val 10345"/>
            </a:avLst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479743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Django Templates + Bootstrap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26280" y="1737360"/>
            <a:ext cx="0" cy="27432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92024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20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Django:  loja  •  clientes  •  produtos  •  vendas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606040"/>
            <a:ext cx="0" cy="27432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8892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788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– DRF ViewSets + JWT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3474720"/>
            <a:ext cx="0" cy="27432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65760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657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– SQLite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 Online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68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Inicial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554480" y="1165860"/>
            <a:ext cx="18288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868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868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&amp; Filtros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17520" y="1165860"/>
            <a:ext cx="18288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68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68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do Produto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1165860"/>
            <a:ext cx="18288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68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68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165860"/>
            <a:ext cx="18288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868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868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1165860"/>
            <a:ext cx="18288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86868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C9A96E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868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Confirmado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Categorias com imagem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visual por Anéis, Colares e Brincos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avançados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nome, preço máximo, categoria e ordenação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Carrinho persistido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090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salvos no banco, mantidos entre sessões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25780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de cliente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090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login; navegação livre, compra exige login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6868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estoque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4142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Decremento atômico no finalizar pedido, validação em tempo real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5780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Confirmação de pedido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4142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completo dos itens com subtotal e total da venda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371600" cy="402336"/>
          </a:xfrm>
          <a:prstGeom prst="rect">
            <a:avLst/>
          </a:prstGeom>
          <a:solidFill>
            <a:srgbClr val="C9A96E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91640" y="914400"/>
            <a:ext cx="2286000" cy="402336"/>
          </a:xfrm>
          <a:prstGeom prst="rect">
            <a:avLst/>
          </a:prstGeom>
          <a:solidFill>
            <a:srgbClr val="C9A96E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4792" y="9144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914400"/>
            <a:ext cx="3017520" cy="402336"/>
          </a:xfrm>
          <a:prstGeom prst="rect">
            <a:avLst/>
          </a:prstGeom>
          <a:solidFill>
            <a:srgbClr val="C9A96E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6512" y="9144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13716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353312"/>
            <a:ext cx="22860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3533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/api/clientes/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1353312"/>
            <a:ext cx="30175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13533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 criar clientes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92224"/>
            <a:ext cx="13716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922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PUT / DELETE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91640" y="1792224"/>
            <a:ext cx="22860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64792" y="17922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/api/clientes/{id}/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792224"/>
            <a:ext cx="301752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179222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Detalhe, editar, excluir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31136"/>
            <a:ext cx="13716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91640" y="2231136"/>
            <a:ext cx="22860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4792" y="22311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/api/produtos/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2231136"/>
            <a:ext cx="30175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96512" y="22311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e criar produtos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70048"/>
            <a:ext cx="13716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6700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PUT / DELETE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91640" y="2670048"/>
            <a:ext cx="22860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64792" y="26700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/api/produtos/{id}/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2670048"/>
            <a:ext cx="301752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96512" y="26700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Detalhe, editar, excluir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108960"/>
            <a:ext cx="13716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91640" y="3108960"/>
            <a:ext cx="22860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64792" y="310896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/api/vendas/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3108960"/>
            <a:ext cx="30175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96512" y="3108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vendas com itens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547872"/>
            <a:ext cx="13716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547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691640" y="3547872"/>
            <a:ext cx="22860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64792" y="35478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/api/vendas/{id}/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23360" y="3547872"/>
            <a:ext cx="301752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6512" y="35478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com subtotal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986784"/>
            <a:ext cx="13716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9867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691640" y="3986784"/>
            <a:ext cx="228600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64792" y="39867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/api/token/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23360" y="3986784"/>
            <a:ext cx="3017520" cy="402336"/>
          </a:xfrm>
          <a:prstGeom prst="rect">
            <a:avLst/>
          </a:prstGeom>
          <a:solidFill>
            <a:srgbClr val="16203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39867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tokens JWT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425696"/>
            <a:ext cx="13716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4256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691640" y="4425696"/>
            <a:ext cx="228600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64792" y="44256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/api/token/refresh/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023360" y="4425696"/>
            <a:ext cx="3017520" cy="402336"/>
          </a:xfrm>
          <a:prstGeom prst="rect">
            <a:avLst/>
          </a:prstGeom>
          <a:solidFill>
            <a:srgbClr val="1E2D4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6512" y="44256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 access token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78040" y="914400"/>
            <a:ext cx="1645920" cy="3931920"/>
          </a:xfrm>
          <a:prstGeom prst="roundRect">
            <a:avLst>
              <a:gd name="adj" fmla="val 5556"/>
            </a:avLst>
          </a:prstGeom>
          <a:solidFill>
            <a:srgbClr val="162030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040" y="1005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1463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/api/token/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178040" y="18470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178040" y="2231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178040" y="2615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178040" y="2999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17804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{token}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178040" y="37673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178040" y="4151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IsAdminUser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52728"/>
            <a:ext cx="27432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057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252728"/>
            <a:ext cx="27432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69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15087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6432" y="1691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6432" y="1874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56432" y="2057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qtd_estoque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24231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56432" y="2606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0515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5156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252728"/>
            <a:ext cx="27432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69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15087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1691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82512" y="1874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20574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82512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0175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218688"/>
            <a:ext cx="27432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" y="3474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6576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3840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" y="38176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data_venda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" y="40005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9184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30175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218688"/>
            <a:ext cx="27432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ItemVenda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56432" y="3474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56432" y="36576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56432" y="3840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56432" y="4023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56432" y="42062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preco_unitario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301752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3218688"/>
            <a:ext cx="2743200" cy="182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0358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Carrinho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82512" y="3474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82512" y="36576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000" b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82512" y="3840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criado_em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 Bijewelz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Bijuterias com Estilo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965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Loja online completa com carrinho, checkout e confirmação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45920" y="245973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Painel administrativo com relatórios analíticos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45920" y="29535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API REST protegida por JWT com serializers aninhados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45920" y="344728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Cobertura de testes: models, views e endpoints da API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45920" y="39410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Arquitetura limpa com apps Django bem separados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github.com/Manomelo/Bijewelz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477</Words>
  <Application>Microsoft Office PowerPoint</Application>
  <PresentationFormat>On-screen Show 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Bijewelz</dc:title>
  <dc:subject>PptxGenJS Presentation</dc:subject>
  <dc:creator>Lucas Melo Borges</dc:creator>
  <cp:lastModifiedBy>Lucas Melo</cp:lastModifiedBy>
  <cp:revision>2</cp:revision>
  <dcterms:created xsi:type="dcterms:W3CDTF">2026-06-26T00:12:02Z</dcterms:created>
  <dcterms:modified xsi:type="dcterms:W3CDTF">2026-06-26T00:41:58Z</dcterms:modified>
</cp:coreProperties>
</file>